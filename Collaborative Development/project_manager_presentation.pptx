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7" r:id="rId3"/>
    <p:sldId id="256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78A082-8DCB-4942-9AE0-D4235070AD3F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3FB2EC-ADCD-47F9-8995-B31165BD69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am interested in working in the technology field.</a:t>
          </a:r>
        </a:p>
      </dgm:t>
    </dgm:pt>
    <dgm:pt modelId="{FABB1C97-D6C8-4BA1-B77C-13EBADF03FB4}" type="parTrans" cxnId="{E1C973AF-2E3D-4F4F-8893-DA341A67C352}">
      <dgm:prSet/>
      <dgm:spPr/>
      <dgm:t>
        <a:bodyPr/>
        <a:lstStyle/>
        <a:p>
          <a:endParaRPr lang="en-US"/>
        </a:p>
      </dgm:t>
    </dgm:pt>
    <dgm:pt modelId="{09A72108-78A6-4072-B14E-9A82EDBC99B5}" type="sibTrans" cxnId="{E1C973AF-2E3D-4F4F-8893-DA341A67C352}">
      <dgm:prSet/>
      <dgm:spPr/>
      <dgm:t>
        <a:bodyPr/>
        <a:lstStyle/>
        <a:p>
          <a:endParaRPr lang="en-US"/>
        </a:p>
      </dgm:t>
    </dgm:pt>
    <dgm:pt modelId="{D206D024-2983-4469-9F58-BBC314CD92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 first career choice is Project Manager because I enjoy planning, organizing, and leading a team.</a:t>
          </a:r>
        </a:p>
      </dgm:t>
    </dgm:pt>
    <dgm:pt modelId="{ED068399-BA63-4EE2-B810-F24C368D138F}" type="parTrans" cxnId="{61E63AEE-1542-4424-9E74-C8E9ECDDC9A8}">
      <dgm:prSet/>
      <dgm:spPr/>
      <dgm:t>
        <a:bodyPr/>
        <a:lstStyle/>
        <a:p>
          <a:endParaRPr lang="en-US"/>
        </a:p>
      </dgm:t>
    </dgm:pt>
    <dgm:pt modelId="{92D1CDA8-2BD8-4D1C-B113-C885645F2F17}" type="sibTrans" cxnId="{61E63AEE-1542-4424-9E74-C8E9ECDDC9A8}">
      <dgm:prSet/>
      <dgm:spPr/>
      <dgm:t>
        <a:bodyPr/>
        <a:lstStyle/>
        <a:p>
          <a:endParaRPr lang="en-US"/>
        </a:p>
      </dgm:t>
    </dgm:pt>
    <dgm:pt modelId="{A2D7A002-824A-47EA-84AD-AAA86EDE65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 second choice is Developer because I also like working with technology and building systems.</a:t>
          </a:r>
        </a:p>
      </dgm:t>
    </dgm:pt>
    <dgm:pt modelId="{5A03A7EB-FE68-45D2-B779-CD913E1890E6}" type="parTrans" cxnId="{0C148DD2-EC57-4E27-AD7C-F6822D7BC13B}">
      <dgm:prSet/>
      <dgm:spPr/>
      <dgm:t>
        <a:bodyPr/>
        <a:lstStyle/>
        <a:p>
          <a:endParaRPr lang="en-US"/>
        </a:p>
      </dgm:t>
    </dgm:pt>
    <dgm:pt modelId="{97A68772-0B25-42B4-A6B1-DCE9BCEF19C0}" type="sibTrans" cxnId="{0C148DD2-EC57-4E27-AD7C-F6822D7BC13B}">
      <dgm:prSet/>
      <dgm:spPr/>
      <dgm:t>
        <a:bodyPr/>
        <a:lstStyle/>
        <a:p>
          <a:endParaRPr lang="en-US"/>
        </a:p>
      </dgm:t>
    </dgm:pt>
    <dgm:pt modelId="{9029E2A9-A486-4BA4-B694-577D2D898904}" type="pres">
      <dgm:prSet presAssocID="{1078A082-8DCB-4942-9AE0-D4235070AD3F}" presName="root" presStyleCnt="0">
        <dgm:presLayoutVars>
          <dgm:dir/>
          <dgm:resizeHandles val="exact"/>
        </dgm:presLayoutVars>
      </dgm:prSet>
      <dgm:spPr/>
    </dgm:pt>
    <dgm:pt modelId="{13A18681-6CAB-47E5-9FD9-3FB841A2EBAB}" type="pres">
      <dgm:prSet presAssocID="{663FB2EC-ADCD-47F9-8995-B31165BD69C6}" presName="compNode" presStyleCnt="0"/>
      <dgm:spPr/>
    </dgm:pt>
    <dgm:pt modelId="{31F75793-3FD2-48BA-8572-5D5D483A651E}" type="pres">
      <dgm:prSet presAssocID="{663FB2EC-ADCD-47F9-8995-B31165BD69C6}" presName="bgRect" presStyleLbl="bgShp" presStyleIdx="0" presStyleCnt="3"/>
      <dgm:spPr/>
    </dgm:pt>
    <dgm:pt modelId="{3A7CD20A-76BA-4CB5-8013-03C2D252C87B}" type="pres">
      <dgm:prSet presAssocID="{663FB2EC-ADCD-47F9-8995-B31165BD69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8666C1B-C40E-458D-8AAD-28EBB62C9FD9}" type="pres">
      <dgm:prSet presAssocID="{663FB2EC-ADCD-47F9-8995-B31165BD69C6}" presName="spaceRect" presStyleCnt="0"/>
      <dgm:spPr/>
    </dgm:pt>
    <dgm:pt modelId="{096731CF-105F-4002-B1C3-D51AF91B1D56}" type="pres">
      <dgm:prSet presAssocID="{663FB2EC-ADCD-47F9-8995-B31165BD69C6}" presName="parTx" presStyleLbl="revTx" presStyleIdx="0" presStyleCnt="3">
        <dgm:presLayoutVars>
          <dgm:chMax val="0"/>
          <dgm:chPref val="0"/>
        </dgm:presLayoutVars>
      </dgm:prSet>
      <dgm:spPr/>
    </dgm:pt>
    <dgm:pt modelId="{470006B1-765D-42C9-B83C-1DBC77248F8E}" type="pres">
      <dgm:prSet presAssocID="{09A72108-78A6-4072-B14E-9A82EDBC99B5}" presName="sibTrans" presStyleCnt="0"/>
      <dgm:spPr/>
    </dgm:pt>
    <dgm:pt modelId="{91DB102D-C316-41A1-9067-FA9060EF025A}" type="pres">
      <dgm:prSet presAssocID="{D206D024-2983-4469-9F58-BBC314CD925D}" presName="compNode" presStyleCnt="0"/>
      <dgm:spPr/>
    </dgm:pt>
    <dgm:pt modelId="{631314D1-28B6-44E5-B33B-C9DFD7F6B210}" type="pres">
      <dgm:prSet presAssocID="{D206D024-2983-4469-9F58-BBC314CD925D}" presName="bgRect" presStyleLbl="bgShp" presStyleIdx="1" presStyleCnt="3"/>
      <dgm:spPr/>
    </dgm:pt>
    <dgm:pt modelId="{BCCA984C-FA33-448F-91F5-E04379251E97}" type="pres">
      <dgm:prSet presAssocID="{D206D024-2983-4469-9F58-BBC314CD925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F170852-66F6-4932-9273-F2E0599D93FA}" type="pres">
      <dgm:prSet presAssocID="{D206D024-2983-4469-9F58-BBC314CD925D}" presName="spaceRect" presStyleCnt="0"/>
      <dgm:spPr/>
    </dgm:pt>
    <dgm:pt modelId="{4CA6DB21-FFD8-41BD-92CD-25E2C79D7A86}" type="pres">
      <dgm:prSet presAssocID="{D206D024-2983-4469-9F58-BBC314CD925D}" presName="parTx" presStyleLbl="revTx" presStyleIdx="1" presStyleCnt="3">
        <dgm:presLayoutVars>
          <dgm:chMax val="0"/>
          <dgm:chPref val="0"/>
        </dgm:presLayoutVars>
      </dgm:prSet>
      <dgm:spPr/>
    </dgm:pt>
    <dgm:pt modelId="{566623D4-2558-46FE-9001-FE8667234265}" type="pres">
      <dgm:prSet presAssocID="{92D1CDA8-2BD8-4D1C-B113-C885645F2F17}" presName="sibTrans" presStyleCnt="0"/>
      <dgm:spPr/>
    </dgm:pt>
    <dgm:pt modelId="{1D55C574-2A21-4332-86BA-3CDA90FBE484}" type="pres">
      <dgm:prSet presAssocID="{A2D7A002-824A-47EA-84AD-AAA86EDE6529}" presName="compNode" presStyleCnt="0"/>
      <dgm:spPr/>
    </dgm:pt>
    <dgm:pt modelId="{4F9B597F-D110-4D30-AEEA-470D7304D55A}" type="pres">
      <dgm:prSet presAssocID="{A2D7A002-824A-47EA-84AD-AAA86EDE6529}" presName="bgRect" presStyleLbl="bgShp" presStyleIdx="2" presStyleCnt="3"/>
      <dgm:spPr/>
    </dgm:pt>
    <dgm:pt modelId="{4B615BEC-AE18-4035-A621-A97C0C807F55}" type="pres">
      <dgm:prSet presAssocID="{A2D7A002-824A-47EA-84AD-AAA86EDE65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63430D8-5E4B-4F04-A024-D026948233A7}" type="pres">
      <dgm:prSet presAssocID="{A2D7A002-824A-47EA-84AD-AAA86EDE6529}" presName="spaceRect" presStyleCnt="0"/>
      <dgm:spPr/>
    </dgm:pt>
    <dgm:pt modelId="{28DF6905-215F-4683-899D-A1811B63D714}" type="pres">
      <dgm:prSet presAssocID="{A2D7A002-824A-47EA-84AD-AAA86EDE652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ACE5404-B52E-4390-BB05-0E25F52CD2D3}" type="presOf" srcId="{663FB2EC-ADCD-47F9-8995-B31165BD69C6}" destId="{096731CF-105F-4002-B1C3-D51AF91B1D56}" srcOrd="0" destOrd="0" presId="urn:microsoft.com/office/officeart/2018/2/layout/IconVerticalSolidList"/>
    <dgm:cxn modelId="{018BA03E-9CAD-4A85-A698-60CD1EEE1ED8}" type="presOf" srcId="{A2D7A002-824A-47EA-84AD-AAA86EDE6529}" destId="{28DF6905-215F-4683-899D-A1811B63D714}" srcOrd="0" destOrd="0" presId="urn:microsoft.com/office/officeart/2018/2/layout/IconVerticalSolidList"/>
    <dgm:cxn modelId="{E1C973AF-2E3D-4F4F-8893-DA341A67C352}" srcId="{1078A082-8DCB-4942-9AE0-D4235070AD3F}" destId="{663FB2EC-ADCD-47F9-8995-B31165BD69C6}" srcOrd="0" destOrd="0" parTransId="{FABB1C97-D6C8-4BA1-B77C-13EBADF03FB4}" sibTransId="{09A72108-78A6-4072-B14E-9A82EDBC99B5}"/>
    <dgm:cxn modelId="{0C148DD2-EC57-4E27-AD7C-F6822D7BC13B}" srcId="{1078A082-8DCB-4942-9AE0-D4235070AD3F}" destId="{A2D7A002-824A-47EA-84AD-AAA86EDE6529}" srcOrd="2" destOrd="0" parTransId="{5A03A7EB-FE68-45D2-B779-CD913E1890E6}" sibTransId="{97A68772-0B25-42B4-A6B1-DCE9BCEF19C0}"/>
    <dgm:cxn modelId="{5B9A4BED-3F47-468D-9B57-BC89EAEF5A97}" type="presOf" srcId="{1078A082-8DCB-4942-9AE0-D4235070AD3F}" destId="{9029E2A9-A486-4BA4-B694-577D2D898904}" srcOrd="0" destOrd="0" presId="urn:microsoft.com/office/officeart/2018/2/layout/IconVerticalSolidList"/>
    <dgm:cxn modelId="{61E63AEE-1542-4424-9E74-C8E9ECDDC9A8}" srcId="{1078A082-8DCB-4942-9AE0-D4235070AD3F}" destId="{D206D024-2983-4469-9F58-BBC314CD925D}" srcOrd="1" destOrd="0" parTransId="{ED068399-BA63-4EE2-B810-F24C368D138F}" sibTransId="{92D1CDA8-2BD8-4D1C-B113-C885645F2F17}"/>
    <dgm:cxn modelId="{D42915FE-ACA3-42AF-85FA-B9007503FC60}" type="presOf" srcId="{D206D024-2983-4469-9F58-BBC314CD925D}" destId="{4CA6DB21-FFD8-41BD-92CD-25E2C79D7A86}" srcOrd="0" destOrd="0" presId="urn:microsoft.com/office/officeart/2018/2/layout/IconVerticalSolidList"/>
    <dgm:cxn modelId="{D75F832A-DA29-43C1-9776-9A3E11673AB7}" type="presParOf" srcId="{9029E2A9-A486-4BA4-B694-577D2D898904}" destId="{13A18681-6CAB-47E5-9FD9-3FB841A2EBAB}" srcOrd="0" destOrd="0" presId="urn:microsoft.com/office/officeart/2018/2/layout/IconVerticalSolidList"/>
    <dgm:cxn modelId="{72CB3ED1-D7A6-49C3-A0DC-3691B9AF6422}" type="presParOf" srcId="{13A18681-6CAB-47E5-9FD9-3FB841A2EBAB}" destId="{31F75793-3FD2-48BA-8572-5D5D483A651E}" srcOrd="0" destOrd="0" presId="urn:microsoft.com/office/officeart/2018/2/layout/IconVerticalSolidList"/>
    <dgm:cxn modelId="{ED0877FE-5E2C-4854-B4DB-A53B37371BCE}" type="presParOf" srcId="{13A18681-6CAB-47E5-9FD9-3FB841A2EBAB}" destId="{3A7CD20A-76BA-4CB5-8013-03C2D252C87B}" srcOrd="1" destOrd="0" presId="urn:microsoft.com/office/officeart/2018/2/layout/IconVerticalSolidList"/>
    <dgm:cxn modelId="{F5400B90-9976-4255-AA6B-17886C6EBF7F}" type="presParOf" srcId="{13A18681-6CAB-47E5-9FD9-3FB841A2EBAB}" destId="{28666C1B-C40E-458D-8AAD-28EBB62C9FD9}" srcOrd="2" destOrd="0" presId="urn:microsoft.com/office/officeart/2018/2/layout/IconVerticalSolidList"/>
    <dgm:cxn modelId="{8E2FAC57-33EB-4521-8DCC-633376C72066}" type="presParOf" srcId="{13A18681-6CAB-47E5-9FD9-3FB841A2EBAB}" destId="{096731CF-105F-4002-B1C3-D51AF91B1D56}" srcOrd="3" destOrd="0" presId="urn:microsoft.com/office/officeart/2018/2/layout/IconVerticalSolidList"/>
    <dgm:cxn modelId="{D765AF3D-1B12-4DFB-A18B-7E745F38BE9A}" type="presParOf" srcId="{9029E2A9-A486-4BA4-B694-577D2D898904}" destId="{470006B1-765D-42C9-B83C-1DBC77248F8E}" srcOrd="1" destOrd="0" presId="urn:microsoft.com/office/officeart/2018/2/layout/IconVerticalSolidList"/>
    <dgm:cxn modelId="{603D50A8-1952-47A6-AD44-07A890911DA8}" type="presParOf" srcId="{9029E2A9-A486-4BA4-B694-577D2D898904}" destId="{91DB102D-C316-41A1-9067-FA9060EF025A}" srcOrd="2" destOrd="0" presId="urn:microsoft.com/office/officeart/2018/2/layout/IconVerticalSolidList"/>
    <dgm:cxn modelId="{D510B6AA-E9E6-4449-86DA-F2ED1DA4B9EC}" type="presParOf" srcId="{91DB102D-C316-41A1-9067-FA9060EF025A}" destId="{631314D1-28B6-44E5-B33B-C9DFD7F6B210}" srcOrd="0" destOrd="0" presId="urn:microsoft.com/office/officeart/2018/2/layout/IconVerticalSolidList"/>
    <dgm:cxn modelId="{F74601DE-7E35-41F7-9987-E552B10DD522}" type="presParOf" srcId="{91DB102D-C316-41A1-9067-FA9060EF025A}" destId="{BCCA984C-FA33-448F-91F5-E04379251E97}" srcOrd="1" destOrd="0" presId="urn:microsoft.com/office/officeart/2018/2/layout/IconVerticalSolidList"/>
    <dgm:cxn modelId="{E02628B5-E1E9-4478-AE9D-1820716F8747}" type="presParOf" srcId="{91DB102D-C316-41A1-9067-FA9060EF025A}" destId="{9F170852-66F6-4932-9273-F2E0599D93FA}" srcOrd="2" destOrd="0" presId="urn:microsoft.com/office/officeart/2018/2/layout/IconVerticalSolidList"/>
    <dgm:cxn modelId="{60F1EA6A-B347-4110-8AF4-D8C6844AC601}" type="presParOf" srcId="{91DB102D-C316-41A1-9067-FA9060EF025A}" destId="{4CA6DB21-FFD8-41BD-92CD-25E2C79D7A86}" srcOrd="3" destOrd="0" presId="urn:microsoft.com/office/officeart/2018/2/layout/IconVerticalSolidList"/>
    <dgm:cxn modelId="{20FC14C2-EA22-42EC-AA23-C66E4D3A4932}" type="presParOf" srcId="{9029E2A9-A486-4BA4-B694-577D2D898904}" destId="{566623D4-2558-46FE-9001-FE8667234265}" srcOrd="3" destOrd="0" presId="urn:microsoft.com/office/officeart/2018/2/layout/IconVerticalSolidList"/>
    <dgm:cxn modelId="{4ED499D8-7972-4F50-8ACC-90F1A8FC6A61}" type="presParOf" srcId="{9029E2A9-A486-4BA4-B694-577D2D898904}" destId="{1D55C574-2A21-4332-86BA-3CDA90FBE484}" srcOrd="4" destOrd="0" presId="urn:microsoft.com/office/officeart/2018/2/layout/IconVerticalSolidList"/>
    <dgm:cxn modelId="{0120CB48-1555-4D45-83F2-C436BEEA82A1}" type="presParOf" srcId="{1D55C574-2A21-4332-86BA-3CDA90FBE484}" destId="{4F9B597F-D110-4D30-AEEA-470D7304D55A}" srcOrd="0" destOrd="0" presId="urn:microsoft.com/office/officeart/2018/2/layout/IconVerticalSolidList"/>
    <dgm:cxn modelId="{B4CA8173-5D95-4361-A6B2-E160BAE90235}" type="presParOf" srcId="{1D55C574-2A21-4332-86BA-3CDA90FBE484}" destId="{4B615BEC-AE18-4035-A621-A97C0C807F55}" srcOrd="1" destOrd="0" presId="urn:microsoft.com/office/officeart/2018/2/layout/IconVerticalSolidList"/>
    <dgm:cxn modelId="{64588831-85D2-4A50-9748-04AAF27A740F}" type="presParOf" srcId="{1D55C574-2A21-4332-86BA-3CDA90FBE484}" destId="{F63430D8-5E4B-4F04-A024-D026948233A7}" srcOrd="2" destOrd="0" presId="urn:microsoft.com/office/officeart/2018/2/layout/IconVerticalSolidList"/>
    <dgm:cxn modelId="{A4EC37F1-065D-4388-BD32-D82C24FFCEEB}" type="presParOf" srcId="{1D55C574-2A21-4332-86BA-3CDA90FBE484}" destId="{28DF6905-215F-4683-899D-A1811B63D7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CAFBCD-EA15-4930-9B18-FDD23FDF6A28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392DEDA-3175-4D8A-954E-48BD056C05A1}">
      <dgm:prSet/>
      <dgm:spPr/>
      <dgm:t>
        <a:bodyPr/>
        <a:lstStyle/>
        <a:p>
          <a:r>
            <a:rPr lang="en-US"/>
            <a:t>• I enjoy organizing work and managing tasks</a:t>
          </a:r>
        </a:p>
      </dgm:t>
    </dgm:pt>
    <dgm:pt modelId="{E3EE494D-D308-4DDF-AADD-2B0763A7C44E}" type="parTrans" cxnId="{529AEA7C-9AF6-4DB8-8CF7-2B863049EEC3}">
      <dgm:prSet/>
      <dgm:spPr/>
      <dgm:t>
        <a:bodyPr/>
        <a:lstStyle/>
        <a:p>
          <a:endParaRPr lang="en-US"/>
        </a:p>
      </dgm:t>
    </dgm:pt>
    <dgm:pt modelId="{825B31EF-4F2C-4C8A-8555-DAF61FCC2BC5}" type="sibTrans" cxnId="{529AEA7C-9AF6-4DB8-8CF7-2B863049EEC3}">
      <dgm:prSet/>
      <dgm:spPr/>
      <dgm:t>
        <a:bodyPr/>
        <a:lstStyle/>
        <a:p>
          <a:endParaRPr lang="en-US"/>
        </a:p>
      </dgm:t>
    </dgm:pt>
    <dgm:pt modelId="{8CA455CE-7AF5-427C-9CD1-DCFF651E589E}">
      <dgm:prSet/>
      <dgm:spPr/>
      <dgm:t>
        <a:bodyPr/>
        <a:lstStyle/>
        <a:p>
          <a:r>
            <a:rPr lang="en-US"/>
            <a:t>• I like working with teams</a:t>
          </a:r>
        </a:p>
      </dgm:t>
    </dgm:pt>
    <dgm:pt modelId="{B4EF0E59-32B8-4B1F-A0CE-1CDB9E06563B}" type="parTrans" cxnId="{586131FA-C6E3-4C0A-ACA9-FB041564F37C}">
      <dgm:prSet/>
      <dgm:spPr/>
      <dgm:t>
        <a:bodyPr/>
        <a:lstStyle/>
        <a:p>
          <a:endParaRPr lang="en-US"/>
        </a:p>
      </dgm:t>
    </dgm:pt>
    <dgm:pt modelId="{0D75A01D-CA69-4983-9452-0F0C07F41AEB}" type="sibTrans" cxnId="{586131FA-C6E3-4C0A-ACA9-FB041564F37C}">
      <dgm:prSet/>
      <dgm:spPr/>
      <dgm:t>
        <a:bodyPr/>
        <a:lstStyle/>
        <a:p>
          <a:endParaRPr lang="en-US"/>
        </a:p>
      </dgm:t>
    </dgm:pt>
    <dgm:pt modelId="{5B212397-A891-4BDC-8EDD-51A24621A9E9}">
      <dgm:prSet/>
      <dgm:spPr/>
      <dgm:t>
        <a:bodyPr/>
        <a:lstStyle/>
        <a:p>
          <a:r>
            <a:rPr lang="en-US"/>
            <a:t>• Project managers guide the whole project</a:t>
          </a:r>
        </a:p>
      </dgm:t>
    </dgm:pt>
    <dgm:pt modelId="{2612D337-7F38-493C-862F-3C72FCAFD221}" type="parTrans" cxnId="{7A5C98EF-E93C-459A-AFC9-71CF5D2F901B}">
      <dgm:prSet/>
      <dgm:spPr/>
      <dgm:t>
        <a:bodyPr/>
        <a:lstStyle/>
        <a:p>
          <a:endParaRPr lang="en-US"/>
        </a:p>
      </dgm:t>
    </dgm:pt>
    <dgm:pt modelId="{A0CEE842-A472-4FB7-94C0-5586AF0C8604}" type="sibTrans" cxnId="{7A5C98EF-E93C-459A-AFC9-71CF5D2F901B}">
      <dgm:prSet/>
      <dgm:spPr/>
      <dgm:t>
        <a:bodyPr/>
        <a:lstStyle/>
        <a:p>
          <a:endParaRPr lang="en-US"/>
        </a:p>
      </dgm:t>
    </dgm:pt>
    <dgm:pt modelId="{5CBAA606-9DFC-4AA6-8D27-8B7E18DB864A}">
      <dgm:prSet/>
      <dgm:spPr/>
      <dgm:t>
        <a:bodyPr/>
        <a:lstStyle/>
        <a:p>
          <a:r>
            <a:rPr lang="en-US"/>
            <a:t>• They make sure the project finishes on time and successfully</a:t>
          </a:r>
        </a:p>
      </dgm:t>
    </dgm:pt>
    <dgm:pt modelId="{5CA459C6-6D02-4439-AC11-DF94452B01D4}" type="parTrans" cxnId="{EAF1A13A-503D-4B8F-8A3E-F981D393E3F9}">
      <dgm:prSet/>
      <dgm:spPr/>
      <dgm:t>
        <a:bodyPr/>
        <a:lstStyle/>
        <a:p>
          <a:endParaRPr lang="en-US"/>
        </a:p>
      </dgm:t>
    </dgm:pt>
    <dgm:pt modelId="{10AB4A02-A14C-45FD-8229-342348C9FBD8}" type="sibTrans" cxnId="{EAF1A13A-503D-4B8F-8A3E-F981D393E3F9}">
      <dgm:prSet/>
      <dgm:spPr/>
      <dgm:t>
        <a:bodyPr/>
        <a:lstStyle/>
        <a:p>
          <a:endParaRPr lang="en-US"/>
        </a:p>
      </dgm:t>
    </dgm:pt>
    <dgm:pt modelId="{C00E8EF0-E8C7-473B-92CE-AD26EE63BF4E}" type="pres">
      <dgm:prSet presAssocID="{BFCAFBCD-EA15-4930-9B18-FDD23FDF6A28}" presName="cycle" presStyleCnt="0">
        <dgm:presLayoutVars>
          <dgm:dir/>
          <dgm:resizeHandles val="exact"/>
        </dgm:presLayoutVars>
      </dgm:prSet>
      <dgm:spPr/>
    </dgm:pt>
    <dgm:pt modelId="{0669FB38-4E9F-40BD-8271-B031E0025D09}" type="pres">
      <dgm:prSet presAssocID="{B392DEDA-3175-4D8A-954E-48BD056C05A1}" presName="dummy" presStyleCnt="0"/>
      <dgm:spPr/>
    </dgm:pt>
    <dgm:pt modelId="{AD5453F3-7408-434C-A3F0-29771A759F64}" type="pres">
      <dgm:prSet presAssocID="{B392DEDA-3175-4D8A-954E-48BD056C05A1}" presName="node" presStyleLbl="revTx" presStyleIdx="0" presStyleCnt="4">
        <dgm:presLayoutVars>
          <dgm:bulletEnabled val="1"/>
        </dgm:presLayoutVars>
      </dgm:prSet>
      <dgm:spPr/>
    </dgm:pt>
    <dgm:pt modelId="{7DE60B1B-9358-40AB-B7C2-2A8CF7BD95A4}" type="pres">
      <dgm:prSet presAssocID="{825B31EF-4F2C-4C8A-8555-DAF61FCC2BC5}" presName="sibTrans" presStyleLbl="node1" presStyleIdx="0" presStyleCnt="4"/>
      <dgm:spPr/>
    </dgm:pt>
    <dgm:pt modelId="{186A2207-34B0-4154-AD78-A0A5ACF369A6}" type="pres">
      <dgm:prSet presAssocID="{8CA455CE-7AF5-427C-9CD1-DCFF651E589E}" presName="dummy" presStyleCnt="0"/>
      <dgm:spPr/>
    </dgm:pt>
    <dgm:pt modelId="{41F296F6-F2C1-4B15-83E5-2B1B38A60167}" type="pres">
      <dgm:prSet presAssocID="{8CA455CE-7AF5-427C-9CD1-DCFF651E589E}" presName="node" presStyleLbl="revTx" presStyleIdx="1" presStyleCnt="4">
        <dgm:presLayoutVars>
          <dgm:bulletEnabled val="1"/>
        </dgm:presLayoutVars>
      </dgm:prSet>
      <dgm:spPr/>
    </dgm:pt>
    <dgm:pt modelId="{C26F7DB6-10EA-4CE8-A1D7-7A16E7175E1C}" type="pres">
      <dgm:prSet presAssocID="{0D75A01D-CA69-4983-9452-0F0C07F41AEB}" presName="sibTrans" presStyleLbl="node1" presStyleIdx="1" presStyleCnt="4"/>
      <dgm:spPr/>
    </dgm:pt>
    <dgm:pt modelId="{845778CD-84DE-4A68-96FF-61875F5D60ED}" type="pres">
      <dgm:prSet presAssocID="{5B212397-A891-4BDC-8EDD-51A24621A9E9}" presName="dummy" presStyleCnt="0"/>
      <dgm:spPr/>
    </dgm:pt>
    <dgm:pt modelId="{8654DD56-97A7-436F-AC6B-E5AECBC44F0F}" type="pres">
      <dgm:prSet presAssocID="{5B212397-A891-4BDC-8EDD-51A24621A9E9}" presName="node" presStyleLbl="revTx" presStyleIdx="2" presStyleCnt="4">
        <dgm:presLayoutVars>
          <dgm:bulletEnabled val="1"/>
        </dgm:presLayoutVars>
      </dgm:prSet>
      <dgm:spPr/>
    </dgm:pt>
    <dgm:pt modelId="{93FD96A6-F636-4BC5-B7D2-2A24E6114A32}" type="pres">
      <dgm:prSet presAssocID="{A0CEE842-A472-4FB7-94C0-5586AF0C8604}" presName="sibTrans" presStyleLbl="node1" presStyleIdx="2" presStyleCnt="4"/>
      <dgm:spPr/>
    </dgm:pt>
    <dgm:pt modelId="{D26E5123-804C-4976-94C7-394889F4C77C}" type="pres">
      <dgm:prSet presAssocID="{5CBAA606-9DFC-4AA6-8D27-8B7E18DB864A}" presName="dummy" presStyleCnt="0"/>
      <dgm:spPr/>
    </dgm:pt>
    <dgm:pt modelId="{BB7EE4DD-84C9-4E59-AD32-3EA8ECF990C7}" type="pres">
      <dgm:prSet presAssocID="{5CBAA606-9DFC-4AA6-8D27-8B7E18DB864A}" presName="node" presStyleLbl="revTx" presStyleIdx="3" presStyleCnt="4">
        <dgm:presLayoutVars>
          <dgm:bulletEnabled val="1"/>
        </dgm:presLayoutVars>
      </dgm:prSet>
      <dgm:spPr/>
    </dgm:pt>
    <dgm:pt modelId="{1F078D5F-6EBF-4602-8B11-5AA2B3AA61D7}" type="pres">
      <dgm:prSet presAssocID="{10AB4A02-A14C-45FD-8229-342348C9FBD8}" presName="sibTrans" presStyleLbl="node1" presStyleIdx="3" presStyleCnt="4"/>
      <dgm:spPr/>
    </dgm:pt>
  </dgm:ptLst>
  <dgm:cxnLst>
    <dgm:cxn modelId="{59597700-644E-46E2-AF6D-286A9C44C8A6}" type="presOf" srcId="{8CA455CE-7AF5-427C-9CD1-DCFF651E589E}" destId="{41F296F6-F2C1-4B15-83E5-2B1B38A60167}" srcOrd="0" destOrd="0" presId="urn:microsoft.com/office/officeart/2005/8/layout/cycle1"/>
    <dgm:cxn modelId="{4EC78105-FF40-41AC-86EE-BED5C98FA1BB}" type="presOf" srcId="{5CBAA606-9DFC-4AA6-8D27-8B7E18DB864A}" destId="{BB7EE4DD-84C9-4E59-AD32-3EA8ECF990C7}" srcOrd="0" destOrd="0" presId="urn:microsoft.com/office/officeart/2005/8/layout/cycle1"/>
    <dgm:cxn modelId="{E135E619-9DBA-40FA-8EEA-C708C5F834F4}" type="presOf" srcId="{A0CEE842-A472-4FB7-94C0-5586AF0C8604}" destId="{93FD96A6-F636-4BC5-B7D2-2A24E6114A32}" srcOrd="0" destOrd="0" presId="urn:microsoft.com/office/officeart/2005/8/layout/cycle1"/>
    <dgm:cxn modelId="{16E0FD22-8E01-46F4-A693-F8582E38E546}" type="presOf" srcId="{10AB4A02-A14C-45FD-8229-342348C9FBD8}" destId="{1F078D5F-6EBF-4602-8B11-5AA2B3AA61D7}" srcOrd="0" destOrd="0" presId="urn:microsoft.com/office/officeart/2005/8/layout/cycle1"/>
    <dgm:cxn modelId="{EAF1A13A-503D-4B8F-8A3E-F981D393E3F9}" srcId="{BFCAFBCD-EA15-4930-9B18-FDD23FDF6A28}" destId="{5CBAA606-9DFC-4AA6-8D27-8B7E18DB864A}" srcOrd="3" destOrd="0" parTransId="{5CA459C6-6D02-4439-AC11-DF94452B01D4}" sibTransId="{10AB4A02-A14C-45FD-8229-342348C9FBD8}"/>
    <dgm:cxn modelId="{5DC52062-40FE-407E-AFCD-D1666F2979C7}" type="presOf" srcId="{825B31EF-4F2C-4C8A-8555-DAF61FCC2BC5}" destId="{7DE60B1B-9358-40AB-B7C2-2A8CF7BD95A4}" srcOrd="0" destOrd="0" presId="urn:microsoft.com/office/officeart/2005/8/layout/cycle1"/>
    <dgm:cxn modelId="{529AEA7C-9AF6-4DB8-8CF7-2B863049EEC3}" srcId="{BFCAFBCD-EA15-4930-9B18-FDD23FDF6A28}" destId="{B392DEDA-3175-4D8A-954E-48BD056C05A1}" srcOrd="0" destOrd="0" parTransId="{E3EE494D-D308-4DDF-AADD-2B0763A7C44E}" sibTransId="{825B31EF-4F2C-4C8A-8555-DAF61FCC2BC5}"/>
    <dgm:cxn modelId="{828CC086-04F4-408C-9B77-DF8344C442E0}" type="presOf" srcId="{B392DEDA-3175-4D8A-954E-48BD056C05A1}" destId="{AD5453F3-7408-434C-A3F0-29771A759F64}" srcOrd="0" destOrd="0" presId="urn:microsoft.com/office/officeart/2005/8/layout/cycle1"/>
    <dgm:cxn modelId="{9BC2A88B-8425-447C-877D-A95BC21EE8F4}" type="presOf" srcId="{BFCAFBCD-EA15-4930-9B18-FDD23FDF6A28}" destId="{C00E8EF0-E8C7-473B-92CE-AD26EE63BF4E}" srcOrd="0" destOrd="0" presId="urn:microsoft.com/office/officeart/2005/8/layout/cycle1"/>
    <dgm:cxn modelId="{C051B593-6A01-490F-BCBF-055843E33248}" type="presOf" srcId="{5B212397-A891-4BDC-8EDD-51A24621A9E9}" destId="{8654DD56-97A7-436F-AC6B-E5AECBC44F0F}" srcOrd="0" destOrd="0" presId="urn:microsoft.com/office/officeart/2005/8/layout/cycle1"/>
    <dgm:cxn modelId="{ADDD9B94-CB03-4527-88AD-76A916AA9B47}" type="presOf" srcId="{0D75A01D-CA69-4983-9452-0F0C07F41AEB}" destId="{C26F7DB6-10EA-4CE8-A1D7-7A16E7175E1C}" srcOrd="0" destOrd="0" presId="urn:microsoft.com/office/officeart/2005/8/layout/cycle1"/>
    <dgm:cxn modelId="{7A5C98EF-E93C-459A-AFC9-71CF5D2F901B}" srcId="{BFCAFBCD-EA15-4930-9B18-FDD23FDF6A28}" destId="{5B212397-A891-4BDC-8EDD-51A24621A9E9}" srcOrd="2" destOrd="0" parTransId="{2612D337-7F38-493C-862F-3C72FCAFD221}" sibTransId="{A0CEE842-A472-4FB7-94C0-5586AF0C8604}"/>
    <dgm:cxn modelId="{586131FA-C6E3-4C0A-ACA9-FB041564F37C}" srcId="{BFCAFBCD-EA15-4930-9B18-FDD23FDF6A28}" destId="{8CA455CE-7AF5-427C-9CD1-DCFF651E589E}" srcOrd="1" destOrd="0" parTransId="{B4EF0E59-32B8-4B1F-A0CE-1CDB9E06563B}" sibTransId="{0D75A01D-CA69-4983-9452-0F0C07F41AEB}"/>
    <dgm:cxn modelId="{5D4850C6-3AF8-4F7E-8F67-A93057B6DDBA}" type="presParOf" srcId="{C00E8EF0-E8C7-473B-92CE-AD26EE63BF4E}" destId="{0669FB38-4E9F-40BD-8271-B031E0025D09}" srcOrd="0" destOrd="0" presId="urn:microsoft.com/office/officeart/2005/8/layout/cycle1"/>
    <dgm:cxn modelId="{68B6017F-D495-44C6-B538-35735BC8EBBB}" type="presParOf" srcId="{C00E8EF0-E8C7-473B-92CE-AD26EE63BF4E}" destId="{AD5453F3-7408-434C-A3F0-29771A759F64}" srcOrd="1" destOrd="0" presId="urn:microsoft.com/office/officeart/2005/8/layout/cycle1"/>
    <dgm:cxn modelId="{694885B5-49D4-487D-842D-6E21A92ED5F4}" type="presParOf" srcId="{C00E8EF0-E8C7-473B-92CE-AD26EE63BF4E}" destId="{7DE60B1B-9358-40AB-B7C2-2A8CF7BD95A4}" srcOrd="2" destOrd="0" presId="urn:microsoft.com/office/officeart/2005/8/layout/cycle1"/>
    <dgm:cxn modelId="{EC5C9E96-3DD5-4FF5-A9DC-2844CC81DB2E}" type="presParOf" srcId="{C00E8EF0-E8C7-473B-92CE-AD26EE63BF4E}" destId="{186A2207-34B0-4154-AD78-A0A5ACF369A6}" srcOrd="3" destOrd="0" presId="urn:microsoft.com/office/officeart/2005/8/layout/cycle1"/>
    <dgm:cxn modelId="{4EE8AEB2-3BA8-4B3B-84A1-9DE73D6004EA}" type="presParOf" srcId="{C00E8EF0-E8C7-473B-92CE-AD26EE63BF4E}" destId="{41F296F6-F2C1-4B15-83E5-2B1B38A60167}" srcOrd="4" destOrd="0" presId="urn:microsoft.com/office/officeart/2005/8/layout/cycle1"/>
    <dgm:cxn modelId="{C68BF8D3-58A0-41C8-B29B-63831827E659}" type="presParOf" srcId="{C00E8EF0-E8C7-473B-92CE-AD26EE63BF4E}" destId="{C26F7DB6-10EA-4CE8-A1D7-7A16E7175E1C}" srcOrd="5" destOrd="0" presId="urn:microsoft.com/office/officeart/2005/8/layout/cycle1"/>
    <dgm:cxn modelId="{55503632-11D1-4040-B018-DF695ACC99A8}" type="presParOf" srcId="{C00E8EF0-E8C7-473B-92CE-AD26EE63BF4E}" destId="{845778CD-84DE-4A68-96FF-61875F5D60ED}" srcOrd="6" destOrd="0" presId="urn:microsoft.com/office/officeart/2005/8/layout/cycle1"/>
    <dgm:cxn modelId="{EF83B1F1-4595-47C3-935F-42326C813224}" type="presParOf" srcId="{C00E8EF0-E8C7-473B-92CE-AD26EE63BF4E}" destId="{8654DD56-97A7-436F-AC6B-E5AECBC44F0F}" srcOrd="7" destOrd="0" presId="urn:microsoft.com/office/officeart/2005/8/layout/cycle1"/>
    <dgm:cxn modelId="{DD4E6764-D05E-4362-A195-476F078544B2}" type="presParOf" srcId="{C00E8EF0-E8C7-473B-92CE-AD26EE63BF4E}" destId="{93FD96A6-F636-4BC5-B7D2-2A24E6114A32}" srcOrd="8" destOrd="0" presId="urn:microsoft.com/office/officeart/2005/8/layout/cycle1"/>
    <dgm:cxn modelId="{666A8257-0146-4436-9666-83D261881B60}" type="presParOf" srcId="{C00E8EF0-E8C7-473B-92CE-AD26EE63BF4E}" destId="{D26E5123-804C-4976-94C7-394889F4C77C}" srcOrd="9" destOrd="0" presId="urn:microsoft.com/office/officeart/2005/8/layout/cycle1"/>
    <dgm:cxn modelId="{BD980400-2EF0-46DF-BE72-CE44E36534E6}" type="presParOf" srcId="{C00E8EF0-E8C7-473B-92CE-AD26EE63BF4E}" destId="{BB7EE4DD-84C9-4E59-AD32-3EA8ECF990C7}" srcOrd="10" destOrd="0" presId="urn:microsoft.com/office/officeart/2005/8/layout/cycle1"/>
    <dgm:cxn modelId="{5A0EDE44-F1DA-4A3A-87B3-E3CCCCC03598}" type="presParOf" srcId="{C00E8EF0-E8C7-473B-92CE-AD26EE63BF4E}" destId="{1F078D5F-6EBF-4602-8B11-5AA2B3AA61D7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9A614C-7E79-499B-910A-86A127977AF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15648E-10B8-4A7F-9907-0644811A70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Building a mobile app.</a:t>
          </a:r>
        </a:p>
      </dgm:t>
    </dgm:pt>
    <dgm:pt modelId="{A5729FF0-20A4-432E-9645-87A83D81EF97}" type="parTrans" cxnId="{6E524A62-7320-4123-AED8-5F373D6B9744}">
      <dgm:prSet/>
      <dgm:spPr/>
      <dgm:t>
        <a:bodyPr/>
        <a:lstStyle/>
        <a:p>
          <a:endParaRPr lang="en-US"/>
        </a:p>
      </dgm:t>
    </dgm:pt>
    <dgm:pt modelId="{7E440641-D97F-4735-B40D-AF9F8D195115}" type="sibTrans" cxnId="{6E524A62-7320-4123-AED8-5F373D6B9744}">
      <dgm:prSet/>
      <dgm:spPr/>
      <dgm:t>
        <a:bodyPr/>
        <a:lstStyle/>
        <a:p>
          <a:endParaRPr lang="en-US"/>
        </a:p>
      </dgm:t>
    </dgm:pt>
    <dgm:pt modelId="{B70BBE7E-7D7C-4140-AD2A-4E79583ADF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company wants to create a task management app.</a:t>
          </a:r>
        </a:p>
      </dgm:t>
    </dgm:pt>
    <dgm:pt modelId="{C650E273-2293-4626-AF5F-6E33D601062A}" type="parTrans" cxnId="{C2FB7513-1AE5-4BE3-BC5C-34DCD363B639}">
      <dgm:prSet/>
      <dgm:spPr/>
      <dgm:t>
        <a:bodyPr/>
        <a:lstStyle/>
        <a:p>
          <a:endParaRPr lang="en-US"/>
        </a:p>
      </dgm:t>
    </dgm:pt>
    <dgm:pt modelId="{776AC9E2-FB63-4999-ACDF-B85201869332}" type="sibTrans" cxnId="{C2FB7513-1AE5-4BE3-BC5C-34DCD363B639}">
      <dgm:prSet/>
      <dgm:spPr/>
      <dgm:t>
        <a:bodyPr/>
        <a:lstStyle/>
        <a:p>
          <a:endParaRPr lang="en-US"/>
        </a:p>
      </dgm:t>
    </dgm:pt>
    <dgm:pt modelId="{BF78B052-A600-4A8A-BCB5-A88BA29899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Project Manager plans the schedule, assigns tasks to developers,</a:t>
          </a:r>
        </a:p>
      </dgm:t>
    </dgm:pt>
    <dgm:pt modelId="{E4355F71-6945-4A2F-9EE4-460776A16160}" type="parTrans" cxnId="{3E2F326D-C26E-4CA0-A85B-8D7EE575FAB0}">
      <dgm:prSet/>
      <dgm:spPr/>
      <dgm:t>
        <a:bodyPr/>
        <a:lstStyle/>
        <a:p>
          <a:endParaRPr lang="en-US"/>
        </a:p>
      </dgm:t>
    </dgm:pt>
    <dgm:pt modelId="{5D8A20CB-4AF9-4EE0-9B9B-23AC6F46EB26}" type="sibTrans" cxnId="{3E2F326D-C26E-4CA0-A85B-8D7EE575FAB0}">
      <dgm:prSet/>
      <dgm:spPr/>
      <dgm:t>
        <a:bodyPr/>
        <a:lstStyle/>
        <a:p>
          <a:endParaRPr lang="en-US"/>
        </a:p>
      </dgm:t>
    </dgm:pt>
    <dgm:pt modelId="{FA502A39-0537-4277-807A-5402937603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tracks progress, and communicates with the client.</a:t>
          </a:r>
        </a:p>
      </dgm:t>
    </dgm:pt>
    <dgm:pt modelId="{C7A0E02C-FA15-4B4D-986F-8B74C868E9A7}" type="parTrans" cxnId="{B5BE25A5-688B-4852-ABC3-352144726B63}">
      <dgm:prSet/>
      <dgm:spPr/>
      <dgm:t>
        <a:bodyPr/>
        <a:lstStyle/>
        <a:p>
          <a:endParaRPr lang="en-US"/>
        </a:p>
      </dgm:t>
    </dgm:pt>
    <dgm:pt modelId="{41A9CF83-F6A1-40AE-81F6-6A70B0FE9211}" type="sibTrans" cxnId="{B5BE25A5-688B-4852-ABC3-352144726B63}">
      <dgm:prSet/>
      <dgm:spPr/>
      <dgm:t>
        <a:bodyPr/>
        <a:lstStyle/>
        <a:p>
          <a:endParaRPr lang="en-US"/>
        </a:p>
      </dgm:t>
    </dgm:pt>
    <dgm:pt modelId="{81273309-82CE-4567-BE27-C48F4ECBD1A6}" type="pres">
      <dgm:prSet presAssocID="{B79A614C-7E79-499B-910A-86A127977AF9}" presName="root" presStyleCnt="0">
        <dgm:presLayoutVars>
          <dgm:dir/>
          <dgm:resizeHandles val="exact"/>
        </dgm:presLayoutVars>
      </dgm:prSet>
      <dgm:spPr/>
    </dgm:pt>
    <dgm:pt modelId="{8F452F64-423B-4B75-9629-9921A6F3CEAF}" type="pres">
      <dgm:prSet presAssocID="{D315648E-10B8-4A7F-9907-0644811A7082}" presName="compNode" presStyleCnt="0"/>
      <dgm:spPr/>
    </dgm:pt>
    <dgm:pt modelId="{299DAB66-4A99-49A2-991F-0DCB5AD6C1D2}" type="pres">
      <dgm:prSet presAssocID="{D315648E-10B8-4A7F-9907-0644811A708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7AEC6658-1D93-4F93-A643-415CC5811DA5}" type="pres">
      <dgm:prSet presAssocID="{D315648E-10B8-4A7F-9907-0644811A7082}" presName="spaceRect" presStyleCnt="0"/>
      <dgm:spPr/>
    </dgm:pt>
    <dgm:pt modelId="{0D9DBAD4-D30D-4560-81CC-DB81F07F040D}" type="pres">
      <dgm:prSet presAssocID="{D315648E-10B8-4A7F-9907-0644811A7082}" presName="textRect" presStyleLbl="revTx" presStyleIdx="0" presStyleCnt="4">
        <dgm:presLayoutVars>
          <dgm:chMax val="1"/>
          <dgm:chPref val="1"/>
        </dgm:presLayoutVars>
      </dgm:prSet>
      <dgm:spPr/>
    </dgm:pt>
    <dgm:pt modelId="{F78CEDD4-BF9F-4D8E-B2E5-5FF74851E63D}" type="pres">
      <dgm:prSet presAssocID="{7E440641-D97F-4735-B40D-AF9F8D195115}" presName="sibTrans" presStyleCnt="0"/>
      <dgm:spPr/>
    </dgm:pt>
    <dgm:pt modelId="{E03E3F2B-59E4-43A1-B2B3-69FDD0744608}" type="pres">
      <dgm:prSet presAssocID="{B70BBE7E-7D7C-4140-AD2A-4E79583ADF02}" presName="compNode" presStyleCnt="0"/>
      <dgm:spPr/>
    </dgm:pt>
    <dgm:pt modelId="{022A86A8-6F1C-4A88-BDAA-8A96A855A3F8}" type="pres">
      <dgm:prSet presAssocID="{B70BBE7E-7D7C-4140-AD2A-4E79583ADF0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5452ABD-049F-402E-B54E-10E514EE208D}" type="pres">
      <dgm:prSet presAssocID="{B70BBE7E-7D7C-4140-AD2A-4E79583ADF02}" presName="spaceRect" presStyleCnt="0"/>
      <dgm:spPr/>
    </dgm:pt>
    <dgm:pt modelId="{9DCB112F-6920-4343-886E-F61E2ED40D1B}" type="pres">
      <dgm:prSet presAssocID="{B70BBE7E-7D7C-4140-AD2A-4E79583ADF02}" presName="textRect" presStyleLbl="revTx" presStyleIdx="1" presStyleCnt="4">
        <dgm:presLayoutVars>
          <dgm:chMax val="1"/>
          <dgm:chPref val="1"/>
        </dgm:presLayoutVars>
      </dgm:prSet>
      <dgm:spPr/>
    </dgm:pt>
    <dgm:pt modelId="{E6340B1F-7EAF-4F42-9417-9C416D996FDD}" type="pres">
      <dgm:prSet presAssocID="{776AC9E2-FB63-4999-ACDF-B85201869332}" presName="sibTrans" presStyleCnt="0"/>
      <dgm:spPr/>
    </dgm:pt>
    <dgm:pt modelId="{A2B23F03-B3E6-487C-A53A-EE57EC41C0AA}" type="pres">
      <dgm:prSet presAssocID="{BF78B052-A600-4A8A-BCB5-A88BA29899AE}" presName="compNode" presStyleCnt="0"/>
      <dgm:spPr/>
    </dgm:pt>
    <dgm:pt modelId="{DA1E0FB9-DC83-442C-8E45-0E6F099625DC}" type="pres">
      <dgm:prSet presAssocID="{BF78B052-A600-4A8A-BCB5-A88BA29899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295C4AF-7C4F-4956-9F7C-836565385A3C}" type="pres">
      <dgm:prSet presAssocID="{BF78B052-A600-4A8A-BCB5-A88BA29899AE}" presName="spaceRect" presStyleCnt="0"/>
      <dgm:spPr/>
    </dgm:pt>
    <dgm:pt modelId="{CBBC3840-D96E-4446-8339-5A6344F1ABE1}" type="pres">
      <dgm:prSet presAssocID="{BF78B052-A600-4A8A-BCB5-A88BA29899AE}" presName="textRect" presStyleLbl="revTx" presStyleIdx="2" presStyleCnt="4">
        <dgm:presLayoutVars>
          <dgm:chMax val="1"/>
          <dgm:chPref val="1"/>
        </dgm:presLayoutVars>
      </dgm:prSet>
      <dgm:spPr/>
    </dgm:pt>
    <dgm:pt modelId="{925118B0-14FB-40CA-ACBF-2C69485BAD5D}" type="pres">
      <dgm:prSet presAssocID="{5D8A20CB-4AF9-4EE0-9B9B-23AC6F46EB26}" presName="sibTrans" presStyleCnt="0"/>
      <dgm:spPr/>
    </dgm:pt>
    <dgm:pt modelId="{AD623F46-CB4B-4E5D-B083-468365B1660E}" type="pres">
      <dgm:prSet presAssocID="{FA502A39-0537-4277-807A-540293760369}" presName="compNode" presStyleCnt="0"/>
      <dgm:spPr/>
    </dgm:pt>
    <dgm:pt modelId="{3E7C629D-7FB2-4B80-B932-E7539E94EB16}" type="pres">
      <dgm:prSet presAssocID="{FA502A39-0537-4277-807A-54029376036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F749FE7D-F4C4-429F-A106-F5F7724D14B0}" type="pres">
      <dgm:prSet presAssocID="{FA502A39-0537-4277-807A-540293760369}" presName="spaceRect" presStyleCnt="0"/>
      <dgm:spPr/>
    </dgm:pt>
    <dgm:pt modelId="{58AABEDD-CCF1-4045-8927-1C422886376D}" type="pres">
      <dgm:prSet presAssocID="{FA502A39-0537-4277-807A-54029376036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FB7513-1AE5-4BE3-BC5C-34DCD363B639}" srcId="{B79A614C-7E79-499B-910A-86A127977AF9}" destId="{B70BBE7E-7D7C-4140-AD2A-4E79583ADF02}" srcOrd="1" destOrd="0" parTransId="{C650E273-2293-4626-AF5F-6E33D601062A}" sibTransId="{776AC9E2-FB63-4999-ACDF-B85201869332}"/>
    <dgm:cxn modelId="{B6206C1C-4243-4F6C-A9C0-018341360059}" type="presOf" srcId="{D315648E-10B8-4A7F-9907-0644811A7082}" destId="{0D9DBAD4-D30D-4560-81CC-DB81F07F040D}" srcOrd="0" destOrd="0" presId="urn:microsoft.com/office/officeart/2018/2/layout/IconLabelList"/>
    <dgm:cxn modelId="{2A7B2948-9B70-4052-86EF-E466F141B30A}" type="presOf" srcId="{BF78B052-A600-4A8A-BCB5-A88BA29899AE}" destId="{CBBC3840-D96E-4446-8339-5A6344F1ABE1}" srcOrd="0" destOrd="0" presId="urn:microsoft.com/office/officeart/2018/2/layout/IconLabelList"/>
    <dgm:cxn modelId="{6E524A62-7320-4123-AED8-5F373D6B9744}" srcId="{B79A614C-7E79-499B-910A-86A127977AF9}" destId="{D315648E-10B8-4A7F-9907-0644811A7082}" srcOrd="0" destOrd="0" parTransId="{A5729FF0-20A4-432E-9645-87A83D81EF97}" sibTransId="{7E440641-D97F-4735-B40D-AF9F8D195115}"/>
    <dgm:cxn modelId="{3E2F326D-C26E-4CA0-A85B-8D7EE575FAB0}" srcId="{B79A614C-7E79-499B-910A-86A127977AF9}" destId="{BF78B052-A600-4A8A-BCB5-A88BA29899AE}" srcOrd="2" destOrd="0" parTransId="{E4355F71-6945-4A2F-9EE4-460776A16160}" sibTransId="{5D8A20CB-4AF9-4EE0-9B9B-23AC6F46EB26}"/>
    <dgm:cxn modelId="{3B8AB77C-398D-41EF-B0CA-86F8B88AF722}" type="presOf" srcId="{FA502A39-0537-4277-807A-540293760369}" destId="{58AABEDD-CCF1-4045-8927-1C422886376D}" srcOrd="0" destOrd="0" presId="urn:microsoft.com/office/officeart/2018/2/layout/IconLabelList"/>
    <dgm:cxn modelId="{B5BE25A5-688B-4852-ABC3-352144726B63}" srcId="{B79A614C-7E79-499B-910A-86A127977AF9}" destId="{FA502A39-0537-4277-807A-540293760369}" srcOrd="3" destOrd="0" parTransId="{C7A0E02C-FA15-4B4D-986F-8B74C868E9A7}" sibTransId="{41A9CF83-F6A1-40AE-81F6-6A70B0FE9211}"/>
    <dgm:cxn modelId="{6D9D4FAC-FBFF-47A7-94ED-C59AEE34D88B}" type="presOf" srcId="{B79A614C-7E79-499B-910A-86A127977AF9}" destId="{81273309-82CE-4567-BE27-C48F4ECBD1A6}" srcOrd="0" destOrd="0" presId="urn:microsoft.com/office/officeart/2018/2/layout/IconLabelList"/>
    <dgm:cxn modelId="{B4D146E7-C71D-412A-9288-614CBA3009BC}" type="presOf" srcId="{B70BBE7E-7D7C-4140-AD2A-4E79583ADF02}" destId="{9DCB112F-6920-4343-886E-F61E2ED40D1B}" srcOrd="0" destOrd="0" presId="urn:microsoft.com/office/officeart/2018/2/layout/IconLabelList"/>
    <dgm:cxn modelId="{CC0B5772-5087-4172-ACDD-42AF1828F20F}" type="presParOf" srcId="{81273309-82CE-4567-BE27-C48F4ECBD1A6}" destId="{8F452F64-423B-4B75-9629-9921A6F3CEAF}" srcOrd="0" destOrd="0" presId="urn:microsoft.com/office/officeart/2018/2/layout/IconLabelList"/>
    <dgm:cxn modelId="{5CCBEB29-361E-4ABE-99FC-FA29515616F1}" type="presParOf" srcId="{8F452F64-423B-4B75-9629-9921A6F3CEAF}" destId="{299DAB66-4A99-49A2-991F-0DCB5AD6C1D2}" srcOrd="0" destOrd="0" presId="urn:microsoft.com/office/officeart/2018/2/layout/IconLabelList"/>
    <dgm:cxn modelId="{7F059689-D7B0-4AE0-AD35-47884191BA23}" type="presParOf" srcId="{8F452F64-423B-4B75-9629-9921A6F3CEAF}" destId="{7AEC6658-1D93-4F93-A643-415CC5811DA5}" srcOrd="1" destOrd="0" presId="urn:microsoft.com/office/officeart/2018/2/layout/IconLabelList"/>
    <dgm:cxn modelId="{4CAE5923-238E-49D4-85F6-A120DF2E6CE5}" type="presParOf" srcId="{8F452F64-423B-4B75-9629-9921A6F3CEAF}" destId="{0D9DBAD4-D30D-4560-81CC-DB81F07F040D}" srcOrd="2" destOrd="0" presId="urn:microsoft.com/office/officeart/2018/2/layout/IconLabelList"/>
    <dgm:cxn modelId="{F9038848-D3B2-42DF-86C5-8A29116FD27D}" type="presParOf" srcId="{81273309-82CE-4567-BE27-C48F4ECBD1A6}" destId="{F78CEDD4-BF9F-4D8E-B2E5-5FF74851E63D}" srcOrd="1" destOrd="0" presId="urn:microsoft.com/office/officeart/2018/2/layout/IconLabelList"/>
    <dgm:cxn modelId="{08F7AC40-9B5D-49F3-9037-1A8F2332E4D5}" type="presParOf" srcId="{81273309-82CE-4567-BE27-C48F4ECBD1A6}" destId="{E03E3F2B-59E4-43A1-B2B3-69FDD0744608}" srcOrd="2" destOrd="0" presId="urn:microsoft.com/office/officeart/2018/2/layout/IconLabelList"/>
    <dgm:cxn modelId="{A42344B6-4ADD-438D-AB52-9864A5507C55}" type="presParOf" srcId="{E03E3F2B-59E4-43A1-B2B3-69FDD0744608}" destId="{022A86A8-6F1C-4A88-BDAA-8A96A855A3F8}" srcOrd="0" destOrd="0" presId="urn:microsoft.com/office/officeart/2018/2/layout/IconLabelList"/>
    <dgm:cxn modelId="{1BA2A2CF-9A38-4F97-AA51-82F8487704B9}" type="presParOf" srcId="{E03E3F2B-59E4-43A1-B2B3-69FDD0744608}" destId="{B5452ABD-049F-402E-B54E-10E514EE208D}" srcOrd="1" destOrd="0" presId="urn:microsoft.com/office/officeart/2018/2/layout/IconLabelList"/>
    <dgm:cxn modelId="{D4718460-F6F3-4040-801F-34152DE91A13}" type="presParOf" srcId="{E03E3F2B-59E4-43A1-B2B3-69FDD0744608}" destId="{9DCB112F-6920-4343-886E-F61E2ED40D1B}" srcOrd="2" destOrd="0" presId="urn:microsoft.com/office/officeart/2018/2/layout/IconLabelList"/>
    <dgm:cxn modelId="{AB3ACC54-7F9C-4528-9C00-8DC0364771B6}" type="presParOf" srcId="{81273309-82CE-4567-BE27-C48F4ECBD1A6}" destId="{E6340B1F-7EAF-4F42-9417-9C416D996FDD}" srcOrd="3" destOrd="0" presId="urn:microsoft.com/office/officeart/2018/2/layout/IconLabelList"/>
    <dgm:cxn modelId="{720CD1FC-D458-48C6-83AC-79C969DAAD9D}" type="presParOf" srcId="{81273309-82CE-4567-BE27-C48F4ECBD1A6}" destId="{A2B23F03-B3E6-487C-A53A-EE57EC41C0AA}" srcOrd="4" destOrd="0" presId="urn:microsoft.com/office/officeart/2018/2/layout/IconLabelList"/>
    <dgm:cxn modelId="{7D4B7104-F447-49CE-97E2-C8D2976CF7CF}" type="presParOf" srcId="{A2B23F03-B3E6-487C-A53A-EE57EC41C0AA}" destId="{DA1E0FB9-DC83-442C-8E45-0E6F099625DC}" srcOrd="0" destOrd="0" presId="urn:microsoft.com/office/officeart/2018/2/layout/IconLabelList"/>
    <dgm:cxn modelId="{28A648D2-8478-4B72-963A-E9B2DF8A39B9}" type="presParOf" srcId="{A2B23F03-B3E6-487C-A53A-EE57EC41C0AA}" destId="{B295C4AF-7C4F-4956-9F7C-836565385A3C}" srcOrd="1" destOrd="0" presId="urn:microsoft.com/office/officeart/2018/2/layout/IconLabelList"/>
    <dgm:cxn modelId="{56E31D75-CD77-4D6F-8ADA-D8C93724C627}" type="presParOf" srcId="{A2B23F03-B3E6-487C-A53A-EE57EC41C0AA}" destId="{CBBC3840-D96E-4446-8339-5A6344F1ABE1}" srcOrd="2" destOrd="0" presId="urn:microsoft.com/office/officeart/2018/2/layout/IconLabelList"/>
    <dgm:cxn modelId="{F099DFDB-3BFA-4F4E-AB31-177A489F6E84}" type="presParOf" srcId="{81273309-82CE-4567-BE27-C48F4ECBD1A6}" destId="{925118B0-14FB-40CA-ACBF-2C69485BAD5D}" srcOrd="5" destOrd="0" presId="urn:microsoft.com/office/officeart/2018/2/layout/IconLabelList"/>
    <dgm:cxn modelId="{6B610C24-61FA-4F99-AC75-D29965812ABF}" type="presParOf" srcId="{81273309-82CE-4567-BE27-C48F4ECBD1A6}" destId="{AD623F46-CB4B-4E5D-B083-468365B1660E}" srcOrd="6" destOrd="0" presId="urn:microsoft.com/office/officeart/2018/2/layout/IconLabelList"/>
    <dgm:cxn modelId="{C5A19A20-C240-44E1-BB56-B12310A3C392}" type="presParOf" srcId="{AD623F46-CB4B-4E5D-B083-468365B1660E}" destId="{3E7C629D-7FB2-4B80-B932-E7539E94EB16}" srcOrd="0" destOrd="0" presId="urn:microsoft.com/office/officeart/2018/2/layout/IconLabelList"/>
    <dgm:cxn modelId="{B34B61C8-1D3F-4B6E-AC58-9196DE34F1B5}" type="presParOf" srcId="{AD623F46-CB4B-4E5D-B083-468365B1660E}" destId="{F749FE7D-F4C4-429F-A106-F5F7724D14B0}" srcOrd="1" destOrd="0" presId="urn:microsoft.com/office/officeart/2018/2/layout/IconLabelList"/>
    <dgm:cxn modelId="{09BF0EE8-1E27-4E3C-B251-0E7A81C92131}" type="presParOf" srcId="{AD623F46-CB4B-4E5D-B083-468365B1660E}" destId="{58AABEDD-CCF1-4045-8927-1C42288637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2DD3C9-2B35-4DDC-8B28-DBCDCCFCFBF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D76C29-07A6-40AC-8DC5-DE2FD8CFA2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Developers focus on the technical work.</a:t>
          </a:r>
        </a:p>
      </dgm:t>
    </dgm:pt>
    <dgm:pt modelId="{F8B43FD1-CE74-4B12-BDFC-AED79A8E0097}" type="parTrans" cxnId="{FF6C1942-4B6E-466C-9731-2FA7A75986B1}">
      <dgm:prSet/>
      <dgm:spPr/>
      <dgm:t>
        <a:bodyPr/>
        <a:lstStyle/>
        <a:p>
          <a:endParaRPr lang="en-US"/>
        </a:p>
      </dgm:t>
    </dgm:pt>
    <dgm:pt modelId="{524EC7CE-FD80-49E5-BD71-31D23AE8DEB5}" type="sibTrans" cxnId="{FF6C1942-4B6E-466C-9731-2FA7A75986B1}">
      <dgm:prSet/>
      <dgm:spPr/>
      <dgm:t>
        <a:bodyPr/>
        <a:lstStyle/>
        <a:p>
          <a:endParaRPr lang="en-US"/>
        </a:p>
      </dgm:t>
    </dgm:pt>
    <dgm:pt modelId="{C85F89B2-0237-4704-B770-2D33D4B997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write the code, create features, and fix bugs.</a:t>
          </a:r>
        </a:p>
      </dgm:t>
    </dgm:pt>
    <dgm:pt modelId="{5242ECBD-1AF3-49F0-A77F-1D83191AB689}" type="parTrans" cxnId="{C8B8189E-E496-4551-BB5D-1703FEC83DB6}">
      <dgm:prSet/>
      <dgm:spPr/>
      <dgm:t>
        <a:bodyPr/>
        <a:lstStyle/>
        <a:p>
          <a:endParaRPr lang="en-US"/>
        </a:p>
      </dgm:t>
    </dgm:pt>
    <dgm:pt modelId="{34E0FD7C-3CC1-46D7-8A35-D700D6769CAD}" type="sibTrans" cxnId="{C8B8189E-E496-4551-BB5D-1703FEC83DB6}">
      <dgm:prSet/>
      <dgm:spPr/>
      <dgm:t>
        <a:bodyPr/>
        <a:lstStyle/>
        <a:p>
          <a:endParaRPr lang="en-US"/>
        </a:p>
      </dgm:t>
    </dgm:pt>
    <dgm:pt modelId="{D52210DE-E931-4FA6-8A9F-D9EA6C6EB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Developers follow the project plan created by the Project Manager.</a:t>
          </a:r>
        </a:p>
      </dgm:t>
    </dgm:pt>
    <dgm:pt modelId="{CD71E54A-1C36-46D0-A36B-36CDE13D215B}" type="parTrans" cxnId="{72C164ED-0FE5-4A8B-B10F-5E2E9869EBF2}">
      <dgm:prSet/>
      <dgm:spPr/>
      <dgm:t>
        <a:bodyPr/>
        <a:lstStyle/>
        <a:p>
          <a:endParaRPr lang="en-US"/>
        </a:p>
      </dgm:t>
    </dgm:pt>
    <dgm:pt modelId="{434D8588-CE8C-4D40-ADA2-040791EE928C}" type="sibTrans" cxnId="{72C164ED-0FE5-4A8B-B10F-5E2E9869EBF2}">
      <dgm:prSet/>
      <dgm:spPr/>
      <dgm:t>
        <a:bodyPr/>
        <a:lstStyle/>
        <a:p>
          <a:endParaRPr lang="en-US"/>
        </a:p>
      </dgm:t>
    </dgm:pt>
    <dgm:pt modelId="{C2B616AF-B2AF-453D-8F1E-5F8247F8B032}" type="pres">
      <dgm:prSet presAssocID="{972DD3C9-2B35-4DDC-8B28-DBCDCCFCFBF6}" presName="root" presStyleCnt="0">
        <dgm:presLayoutVars>
          <dgm:dir/>
          <dgm:resizeHandles val="exact"/>
        </dgm:presLayoutVars>
      </dgm:prSet>
      <dgm:spPr/>
    </dgm:pt>
    <dgm:pt modelId="{440C21FC-58AD-457C-9F97-E8C818601C89}" type="pres">
      <dgm:prSet presAssocID="{91D76C29-07A6-40AC-8DC5-DE2FD8CFA2F4}" presName="compNode" presStyleCnt="0"/>
      <dgm:spPr/>
    </dgm:pt>
    <dgm:pt modelId="{CC5B537C-9CBB-4E3F-A9E1-A1B30BF7B742}" type="pres">
      <dgm:prSet presAssocID="{91D76C29-07A6-40AC-8DC5-DE2FD8CFA2F4}" presName="bgRect" presStyleLbl="bgShp" presStyleIdx="0" presStyleCnt="3"/>
      <dgm:spPr/>
    </dgm:pt>
    <dgm:pt modelId="{8636C53C-8B95-4DB5-8A47-716A8AB8D069}" type="pres">
      <dgm:prSet presAssocID="{91D76C29-07A6-40AC-8DC5-DE2FD8CFA2F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701CFDE-0F33-4069-B175-DE50C4C75426}" type="pres">
      <dgm:prSet presAssocID="{91D76C29-07A6-40AC-8DC5-DE2FD8CFA2F4}" presName="spaceRect" presStyleCnt="0"/>
      <dgm:spPr/>
    </dgm:pt>
    <dgm:pt modelId="{526D2995-46F3-4129-A6C4-36E75F5B1FE3}" type="pres">
      <dgm:prSet presAssocID="{91D76C29-07A6-40AC-8DC5-DE2FD8CFA2F4}" presName="parTx" presStyleLbl="revTx" presStyleIdx="0" presStyleCnt="3">
        <dgm:presLayoutVars>
          <dgm:chMax val="0"/>
          <dgm:chPref val="0"/>
        </dgm:presLayoutVars>
      </dgm:prSet>
      <dgm:spPr/>
    </dgm:pt>
    <dgm:pt modelId="{B44A6A81-5DB5-42B7-8B3B-3998F60D2E7E}" type="pres">
      <dgm:prSet presAssocID="{524EC7CE-FD80-49E5-BD71-31D23AE8DEB5}" presName="sibTrans" presStyleCnt="0"/>
      <dgm:spPr/>
    </dgm:pt>
    <dgm:pt modelId="{233B5D2C-70F2-4206-AFA9-8FEDE10CAB58}" type="pres">
      <dgm:prSet presAssocID="{C85F89B2-0237-4704-B770-2D33D4B997B9}" presName="compNode" presStyleCnt="0"/>
      <dgm:spPr/>
    </dgm:pt>
    <dgm:pt modelId="{7CFCAEDF-9BFD-4385-9BE9-A94B4EE75248}" type="pres">
      <dgm:prSet presAssocID="{C85F89B2-0237-4704-B770-2D33D4B997B9}" presName="bgRect" presStyleLbl="bgShp" presStyleIdx="1" presStyleCnt="3"/>
      <dgm:spPr/>
    </dgm:pt>
    <dgm:pt modelId="{C98CE523-2DC0-448A-8A68-219789DF61E4}" type="pres">
      <dgm:prSet presAssocID="{C85F89B2-0237-4704-B770-2D33D4B997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2C0D66D1-84C5-4D94-BE6D-194D914A45AE}" type="pres">
      <dgm:prSet presAssocID="{C85F89B2-0237-4704-B770-2D33D4B997B9}" presName="spaceRect" presStyleCnt="0"/>
      <dgm:spPr/>
    </dgm:pt>
    <dgm:pt modelId="{A64ABD44-BFD8-4655-8720-4497E58918F5}" type="pres">
      <dgm:prSet presAssocID="{C85F89B2-0237-4704-B770-2D33D4B997B9}" presName="parTx" presStyleLbl="revTx" presStyleIdx="1" presStyleCnt="3">
        <dgm:presLayoutVars>
          <dgm:chMax val="0"/>
          <dgm:chPref val="0"/>
        </dgm:presLayoutVars>
      </dgm:prSet>
      <dgm:spPr/>
    </dgm:pt>
    <dgm:pt modelId="{07D0F9B6-494D-419B-A080-A233B4003155}" type="pres">
      <dgm:prSet presAssocID="{34E0FD7C-3CC1-46D7-8A35-D700D6769CAD}" presName="sibTrans" presStyleCnt="0"/>
      <dgm:spPr/>
    </dgm:pt>
    <dgm:pt modelId="{87D8D84F-ADF1-46EB-9074-B7F4F1453762}" type="pres">
      <dgm:prSet presAssocID="{D52210DE-E931-4FA6-8A9F-D9EA6C6EB812}" presName="compNode" presStyleCnt="0"/>
      <dgm:spPr/>
    </dgm:pt>
    <dgm:pt modelId="{A4EB69AA-1614-4D35-9EF9-A97685347097}" type="pres">
      <dgm:prSet presAssocID="{D52210DE-E931-4FA6-8A9F-D9EA6C6EB812}" presName="bgRect" presStyleLbl="bgShp" presStyleIdx="2" presStyleCnt="3"/>
      <dgm:spPr/>
    </dgm:pt>
    <dgm:pt modelId="{7AD133CB-CE3A-453A-8318-3A41EE119317}" type="pres">
      <dgm:prSet presAssocID="{D52210DE-E931-4FA6-8A9F-D9EA6C6EB8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ECBCBA17-4E05-485B-9610-158053173106}" type="pres">
      <dgm:prSet presAssocID="{D52210DE-E931-4FA6-8A9F-D9EA6C6EB812}" presName="spaceRect" presStyleCnt="0"/>
      <dgm:spPr/>
    </dgm:pt>
    <dgm:pt modelId="{6E4AD9D2-D968-42DB-8A66-2288395A756E}" type="pres">
      <dgm:prSet presAssocID="{D52210DE-E931-4FA6-8A9F-D9EA6C6EB81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782641B-3404-4533-8F18-325D8CAE9190}" type="presOf" srcId="{C85F89B2-0237-4704-B770-2D33D4B997B9}" destId="{A64ABD44-BFD8-4655-8720-4497E58918F5}" srcOrd="0" destOrd="0" presId="urn:microsoft.com/office/officeart/2018/2/layout/IconVerticalSolidList"/>
    <dgm:cxn modelId="{FF6C1942-4B6E-466C-9731-2FA7A75986B1}" srcId="{972DD3C9-2B35-4DDC-8B28-DBCDCCFCFBF6}" destId="{91D76C29-07A6-40AC-8DC5-DE2FD8CFA2F4}" srcOrd="0" destOrd="0" parTransId="{F8B43FD1-CE74-4B12-BDFC-AED79A8E0097}" sibTransId="{524EC7CE-FD80-49E5-BD71-31D23AE8DEB5}"/>
    <dgm:cxn modelId="{A0058E4D-18C1-4C56-AB39-E7990761A209}" type="presOf" srcId="{972DD3C9-2B35-4DDC-8B28-DBCDCCFCFBF6}" destId="{C2B616AF-B2AF-453D-8F1E-5F8247F8B032}" srcOrd="0" destOrd="0" presId="urn:microsoft.com/office/officeart/2018/2/layout/IconVerticalSolidList"/>
    <dgm:cxn modelId="{C8B8189E-E496-4551-BB5D-1703FEC83DB6}" srcId="{972DD3C9-2B35-4DDC-8B28-DBCDCCFCFBF6}" destId="{C85F89B2-0237-4704-B770-2D33D4B997B9}" srcOrd="1" destOrd="0" parTransId="{5242ECBD-1AF3-49F0-A77F-1D83191AB689}" sibTransId="{34E0FD7C-3CC1-46D7-8A35-D700D6769CAD}"/>
    <dgm:cxn modelId="{9A4D56CB-2252-4A1A-B4A1-B9A729E0896E}" type="presOf" srcId="{D52210DE-E931-4FA6-8A9F-D9EA6C6EB812}" destId="{6E4AD9D2-D968-42DB-8A66-2288395A756E}" srcOrd="0" destOrd="0" presId="urn:microsoft.com/office/officeart/2018/2/layout/IconVerticalSolidList"/>
    <dgm:cxn modelId="{EC3872E3-5FB9-4991-8D11-FF948198DF7C}" type="presOf" srcId="{91D76C29-07A6-40AC-8DC5-DE2FD8CFA2F4}" destId="{526D2995-46F3-4129-A6C4-36E75F5B1FE3}" srcOrd="0" destOrd="0" presId="urn:microsoft.com/office/officeart/2018/2/layout/IconVerticalSolidList"/>
    <dgm:cxn modelId="{72C164ED-0FE5-4A8B-B10F-5E2E9869EBF2}" srcId="{972DD3C9-2B35-4DDC-8B28-DBCDCCFCFBF6}" destId="{D52210DE-E931-4FA6-8A9F-D9EA6C6EB812}" srcOrd="2" destOrd="0" parTransId="{CD71E54A-1C36-46D0-A36B-36CDE13D215B}" sibTransId="{434D8588-CE8C-4D40-ADA2-040791EE928C}"/>
    <dgm:cxn modelId="{5DDF36D7-4061-428A-9CF3-2CAA72D64BEB}" type="presParOf" srcId="{C2B616AF-B2AF-453D-8F1E-5F8247F8B032}" destId="{440C21FC-58AD-457C-9F97-E8C818601C89}" srcOrd="0" destOrd="0" presId="urn:microsoft.com/office/officeart/2018/2/layout/IconVerticalSolidList"/>
    <dgm:cxn modelId="{79BDBF70-02A4-4F51-BE97-8FF6EF6AE605}" type="presParOf" srcId="{440C21FC-58AD-457C-9F97-E8C818601C89}" destId="{CC5B537C-9CBB-4E3F-A9E1-A1B30BF7B742}" srcOrd="0" destOrd="0" presId="urn:microsoft.com/office/officeart/2018/2/layout/IconVerticalSolidList"/>
    <dgm:cxn modelId="{C4AFE364-E2E8-4066-B0EB-4F3B9C5DA083}" type="presParOf" srcId="{440C21FC-58AD-457C-9F97-E8C818601C89}" destId="{8636C53C-8B95-4DB5-8A47-716A8AB8D069}" srcOrd="1" destOrd="0" presId="urn:microsoft.com/office/officeart/2018/2/layout/IconVerticalSolidList"/>
    <dgm:cxn modelId="{CF4852EB-479D-43EB-9D18-BC0E816B24FC}" type="presParOf" srcId="{440C21FC-58AD-457C-9F97-E8C818601C89}" destId="{A701CFDE-0F33-4069-B175-DE50C4C75426}" srcOrd="2" destOrd="0" presId="urn:microsoft.com/office/officeart/2018/2/layout/IconVerticalSolidList"/>
    <dgm:cxn modelId="{AE99DEED-8F82-48EF-8C2C-13A618C301C4}" type="presParOf" srcId="{440C21FC-58AD-457C-9F97-E8C818601C89}" destId="{526D2995-46F3-4129-A6C4-36E75F5B1FE3}" srcOrd="3" destOrd="0" presId="urn:microsoft.com/office/officeart/2018/2/layout/IconVerticalSolidList"/>
    <dgm:cxn modelId="{7AF0A6BE-CE07-4541-9D3C-B7773A548506}" type="presParOf" srcId="{C2B616AF-B2AF-453D-8F1E-5F8247F8B032}" destId="{B44A6A81-5DB5-42B7-8B3B-3998F60D2E7E}" srcOrd="1" destOrd="0" presId="urn:microsoft.com/office/officeart/2018/2/layout/IconVerticalSolidList"/>
    <dgm:cxn modelId="{F0ADFE38-3F24-44C4-8259-9A90C9C7B93A}" type="presParOf" srcId="{C2B616AF-B2AF-453D-8F1E-5F8247F8B032}" destId="{233B5D2C-70F2-4206-AFA9-8FEDE10CAB58}" srcOrd="2" destOrd="0" presId="urn:microsoft.com/office/officeart/2018/2/layout/IconVerticalSolidList"/>
    <dgm:cxn modelId="{CD620837-7757-400E-B27A-C82F436A71BB}" type="presParOf" srcId="{233B5D2C-70F2-4206-AFA9-8FEDE10CAB58}" destId="{7CFCAEDF-9BFD-4385-9BE9-A94B4EE75248}" srcOrd="0" destOrd="0" presId="urn:microsoft.com/office/officeart/2018/2/layout/IconVerticalSolidList"/>
    <dgm:cxn modelId="{850590BB-F0F6-4492-A453-71C5836A0575}" type="presParOf" srcId="{233B5D2C-70F2-4206-AFA9-8FEDE10CAB58}" destId="{C98CE523-2DC0-448A-8A68-219789DF61E4}" srcOrd="1" destOrd="0" presId="urn:microsoft.com/office/officeart/2018/2/layout/IconVerticalSolidList"/>
    <dgm:cxn modelId="{EE7F3EE4-7B77-427B-AB5C-1FBFA6A797C8}" type="presParOf" srcId="{233B5D2C-70F2-4206-AFA9-8FEDE10CAB58}" destId="{2C0D66D1-84C5-4D94-BE6D-194D914A45AE}" srcOrd="2" destOrd="0" presId="urn:microsoft.com/office/officeart/2018/2/layout/IconVerticalSolidList"/>
    <dgm:cxn modelId="{7985A091-F8FD-4788-A410-98D0E3C73E17}" type="presParOf" srcId="{233B5D2C-70F2-4206-AFA9-8FEDE10CAB58}" destId="{A64ABD44-BFD8-4655-8720-4497E58918F5}" srcOrd="3" destOrd="0" presId="urn:microsoft.com/office/officeart/2018/2/layout/IconVerticalSolidList"/>
    <dgm:cxn modelId="{35516100-646E-4E64-976D-1D8E9A977261}" type="presParOf" srcId="{C2B616AF-B2AF-453D-8F1E-5F8247F8B032}" destId="{07D0F9B6-494D-419B-A080-A233B4003155}" srcOrd="3" destOrd="0" presId="urn:microsoft.com/office/officeart/2018/2/layout/IconVerticalSolidList"/>
    <dgm:cxn modelId="{0538CA1B-CF10-4756-B6D2-5EFCB012CDD5}" type="presParOf" srcId="{C2B616AF-B2AF-453D-8F1E-5F8247F8B032}" destId="{87D8D84F-ADF1-46EB-9074-B7F4F1453762}" srcOrd="4" destOrd="0" presId="urn:microsoft.com/office/officeart/2018/2/layout/IconVerticalSolidList"/>
    <dgm:cxn modelId="{166E2740-A176-479F-B218-A391E085D0CC}" type="presParOf" srcId="{87D8D84F-ADF1-46EB-9074-B7F4F1453762}" destId="{A4EB69AA-1614-4D35-9EF9-A97685347097}" srcOrd="0" destOrd="0" presId="urn:microsoft.com/office/officeart/2018/2/layout/IconVerticalSolidList"/>
    <dgm:cxn modelId="{87738547-7EF9-42B8-925C-995A7C2B5440}" type="presParOf" srcId="{87D8D84F-ADF1-46EB-9074-B7F4F1453762}" destId="{7AD133CB-CE3A-453A-8318-3A41EE119317}" srcOrd="1" destOrd="0" presId="urn:microsoft.com/office/officeart/2018/2/layout/IconVerticalSolidList"/>
    <dgm:cxn modelId="{2456C987-FD1B-4C0D-A7C7-8EDB97EAB0FD}" type="presParOf" srcId="{87D8D84F-ADF1-46EB-9074-B7F4F1453762}" destId="{ECBCBA17-4E05-485B-9610-158053173106}" srcOrd="2" destOrd="0" presId="urn:microsoft.com/office/officeart/2018/2/layout/IconVerticalSolidList"/>
    <dgm:cxn modelId="{FE35F64D-FFA6-4D6F-9F37-D91EBDA917BF}" type="presParOf" srcId="{87D8D84F-ADF1-46EB-9074-B7F4F1453762}" destId="{6E4AD9D2-D968-42DB-8A66-2288395A75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75793-3FD2-48BA-8572-5D5D483A651E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7CD20A-76BA-4CB5-8013-03C2D252C87B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6731CF-105F-4002-B1C3-D51AF91B1D56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 am interested in working in the technology field.</a:t>
          </a:r>
        </a:p>
      </dsp:txBody>
      <dsp:txXfrm>
        <a:off x="1493203" y="552"/>
        <a:ext cx="6736396" cy="1292816"/>
      </dsp:txXfrm>
    </dsp:sp>
    <dsp:sp modelId="{631314D1-28B6-44E5-B33B-C9DFD7F6B210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CCA984C-FA33-448F-91F5-E04379251E97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A6DB21-FFD8-41BD-92CD-25E2C79D7A86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My first career choice is Project Manager because I enjoy planning, organizing, and leading a team.</a:t>
          </a:r>
        </a:p>
      </dsp:txBody>
      <dsp:txXfrm>
        <a:off x="1493203" y="1616573"/>
        <a:ext cx="6736396" cy="1292816"/>
      </dsp:txXfrm>
    </dsp:sp>
    <dsp:sp modelId="{4F9B597F-D110-4D30-AEEA-470D7304D55A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B615BEC-AE18-4035-A621-A97C0C807F55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DF6905-215F-4683-899D-A1811B63D714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My second choice is Developer because I also like working with technology and building systems.</a:t>
          </a:r>
        </a:p>
      </dsp:txBody>
      <dsp:txXfrm>
        <a:off x="1493203" y="3232593"/>
        <a:ext cx="67363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453F3-7408-434C-A3F0-29771A759F64}">
      <dsp:nvSpPr>
        <dsp:cNvPr id="0" name=""/>
        <dsp:cNvSpPr/>
      </dsp:nvSpPr>
      <dsp:spPr>
        <a:xfrm>
          <a:off x="4674180" y="102284"/>
          <a:ext cx="1601316" cy="1601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 enjoy organizing work and managing tasks</a:t>
          </a:r>
        </a:p>
      </dsp:txBody>
      <dsp:txXfrm>
        <a:off x="4674180" y="102284"/>
        <a:ext cx="1601316" cy="1601316"/>
      </dsp:txXfrm>
    </dsp:sp>
    <dsp:sp modelId="{7DE60B1B-9358-40AB-B7C2-2A8CF7BD95A4}">
      <dsp:nvSpPr>
        <dsp:cNvPr id="0" name=""/>
        <dsp:cNvSpPr/>
      </dsp:nvSpPr>
      <dsp:spPr>
        <a:xfrm>
          <a:off x="1853136" y="1318"/>
          <a:ext cx="4523326" cy="4523326"/>
        </a:xfrm>
        <a:prstGeom prst="circularArrow">
          <a:avLst>
            <a:gd name="adj1" fmla="val 6903"/>
            <a:gd name="adj2" fmla="val 465447"/>
            <a:gd name="adj3" fmla="val 549018"/>
            <a:gd name="adj4" fmla="val 20585536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296F6-F2C1-4B15-83E5-2B1B38A60167}">
      <dsp:nvSpPr>
        <dsp:cNvPr id="0" name=""/>
        <dsp:cNvSpPr/>
      </dsp:nvSpPr>
      <dsp:spPr>
        <a:xfrm>
          <a:off x="4674180" y="2822362"/>
          <a:ext cx="1601316" cy="1601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 like working with teams</a:t>
          </a:r>
        </a:p>
      </dsp:txBody>
      <dsp:txXfrm>
        <a:off x="4674180" y="2822362"/>
        <a:ext cx="1601316" cy="1601316"/>
      </dsp:txXfrm>
    </dsp:sp>
    <dsp:sp modelId="{C26F7DB6-10EA-4CE8-A1D7-7A16E7175E1C}">
      <dsp:nvSpPr>
        <dsp:cNvPr id="0" name=""/>
        <dsp:cNvSpPr/>
      </dsp:nvSpPr>
      <dsp:spPr>
        <a:xfrm>
          <a:off x="1853136" y="1318"/>
          <a:ext cx="4523326" cy="4523326"/>
        </a:xfrm>
        <a:prstGeom prst="circularArrow">
          <a:avLst>
            <a:gd name="adj1" fmla="val 6903"/>
            <a:gd name="adj2" fmla="val 465447"/>
            <a:gd name="adj3" fmla="val 5949018"/>
            <a:gd name="adj4" fmla="val 4385536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4DD56-97A7-436F-AC6B-E5AECBC44F0F}">
      <dsp:nvSpPr>
        <dsp:cNvPr id="0" name=""/>
        <dsp:cNvSpPr/>
      </dsp:nvSpPr>
      <dsp:spPr>
        <a:xfrm>
          <a:off x="1954103" y="2822362"/>
          <a:ext cx="1601316" cy="1601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Project managers guide the whole project</a:t>
          </a:r>
        </a:p>
      </dsp:txBody>
      <dsp:txXfrm>
        <a:off x="1954103" y="2822362"/>
        <a:ext cx="1601316" cy="1601316"/>
      </dsp:txXfrm>
    </dsp:sp>
    <dsp:sp modelId="{93FD96A6-F636-4BC5-B7D2-2A24E6114A32}">
      <dsp:nvSpPr>
        <dsp:cNvPr id="0" name=""/>
        <dsp:cNvSpPr/>
      </dsp:nvSpPr>
      <dsp:spPr>
        <a:xfrm>
          <a:off x="1853136" y="1318"/>
          <a:ext cx="4523326" cy="4523326"/>
        </a:xfrm>
        <a:prstGeom prst="circularArrow">
          <a:avLst>
            <a:gd name="adj1" fmla="val 6903"/>
            <a:gd name="adj2" fmla="val 465447"/>
            <a:gd name="adj3" fmla="val 11349018"/>
            <a:gd name="adj4" fmla="val 9785536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EE4DD-84C9-4E59-AD32-3EA8ECF990C7}">
      <dsp:nvSpPr>
        <dsp:cNvPr id="0" name=""/>
        <dsp:cNvSpPr/>
      </dsp:nvSpPr>
      <dsp:spPr>
        <a:xfrm>
          <a:off x="1954103" y="102284"/>
          <a:ext cx="1601316" cy="1601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They make sure the project finishes on time and successfully</a:t>
          </a:r>
        </a:p>
      </dsp:txBody>
      <dsp:txXfrm>
        <a:off x="1954103" y="102284"/>
        <a:ext cx="1601316" cy="1601316"/>
      </dsp:txXfrm>
    </dsp:sp>
    <dsp:sp modelId="{1F078D5F-6EBF-4602-8B11-5AA2B3AA61D7}">
      <dsp:nvSpPr>
        <dsp:cNvPr id="0" name=""/>
        <dsp:cNvSpPr/>
      </dsp:nvSpPr>
      <dsp:spPr>
        <a:xfrm>
          <a:off x="1853136" y="1318"/>
          <a:ext cx="4523326" cy="4523326"/>
        </a:xfrm>
        <a:prstGeom prst="circularArrow">
          <a:avLst>
            <a:gd name="adj1" fmla="val 6903"/>
            <a:gd name="adj2" fmla="val 465447"/>
            <a:gd name="adj3" fmla="val 16749018"/>
            <a:gd name="adj4" fmla="val 15185536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9DAB66-4A99-49A2-991F-0DCB5AD6C1D2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DBAD4-D30D-4560-81CC-DB81F07F040D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Example: Building a mobile app.</a:t>
          </a:r>
        </a:p>
      </dsp:txBody>
      <dsp:txXfrm>
        <a:off x="42299" y="2443760"/>
        <a:ext cx="1800000" cy="720000"/>
      </dsp:txXfrm>
    </dsp:sp>
    <dsp:sp modelId="{022A86A8-6F1C-4A88-BDAA-8A96A855A3F8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B112F-6920-4343-886E-F61E2ED40D1B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company wants to create a task management app.</a:t>
          </a:r>
        </a:p>
      </dsp:txBody>
      <dsp:txXfrm>
        <a:off x="2157300" y="2443760"/>
        <a:ext cx="1800000" cy="720000"/>
      </dsp:txXfrm>
    </dsp:sp>
    <dsp:sp modelId="{DA1E0FB9-DC83-442C-8E45-0E6F099625DC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C3840-D96E-4446-8339-5A6344F1ABE1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Project Manager plans the schedule, assigns tasks to developers,</a:t>
          </a:r>
        </a:p>
      </dsp:txBody>
      <dsp:txXfrm>
        <a:off x="4272300" y="2443760"/>
        <a:ext cx="1800000" cy="720000"/>
      </dsp:txXfrm>
    </dsp:sp>
    <dsp:sp modelId="{3E7C629D-7FB2-4B80-B932-E7539E94EB16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ABEDD-CCF1-4045-8927-1C422886376D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tracks progress, and communicates with the client.</a:t>
          </a:r>
        </a:p>
      </dsp:txBody>
      <dsp:txXfrm>
        <a:off x="6387300" y="2443760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B537C-9CBB-4E3F-A9E1-A1B30BF7B742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6C53C-8B95-4DB5-8A47-716A8AB8D069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D2995-46F3-4129-A6C4-36E75F5B1FE3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Developers focus on the technical work.</a:t>
          </a:r>
        </a:p>
      </dsp:txBody>
      <dsp:txXfrm>
        <a:off x="1493203" y="552"/>
        <a:ext cx="6736396" cy="1292816"/>
      </dsp:txXfrm>
    </dsp:sp>
    <dsp:sp modelId="{7CFCAEDF-9BFD-4385-9BE9-A94B4EE75248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CE523-2DC0-448A-8A68-219789DF61E4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ABD44-BFD8-4655-8720-4497E58918F5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They write the code, create features, and fix bugs.</a:t>
          </a:r>
        </a:p>
      </dsp:txBody>
      <dsp:txXfrm>
        <a:off x="1493203" y="1616573"/>
        <a:ext cx="6736396" cy="1292816"/>
      </dsp:txXfrm>
    </dsp:sp>
    <dsp:sp modelId="{A4EB69AA-1614-4D35-9EF9-A97685347097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133CB-CE3A-453A-8318-3A41EE119317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AD9D2-D968-42DB-8A66-2288395A756E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Developers follow the project plan created by the Project Manager.</a:t>
          </a:r>
        </a:p>
      </dsp:txBody>
      <dsp:txXfrm>
        <a:off x="1493203" y="3232593"/>
        <a:ext cx="67363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02911-12EE-661C-C6B4-A8C1D4DE1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1024" y="2902356"/>
            <a:ext cx="4267200" cy="664934"/>
          </a:xfrm>
        </p:spPr>
        <p:txBody>
          <a:bodyPr anchor="t">
            <a:normAutofit/>
          </a:bodyPr>
          <a:lstStyle/>
          <a:p>
            <a:pPr algn="l"/>
            <a:r>
              <a:rPr lang="en-US" sz="3500" dirty="0"/>
              <a:t>Name: Aadarsha K.C</a:t>
            </a:r>
            <a:r>
              <a:rPr lang="en-US" sz="35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09F50-5F57-BA10-B7EB-5A7674F75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0940" y="1819700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 dirty="0">
                <a:solidFill>
                  <a:schemeClr val="tx1"/>
                </a:solidFill>
              </a:rPr>
              <a:t>Student id: 2513424/ np03cy4a240072</a:t>
            </a: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6AE8356F-D6FA-6B18-F4A6-40CB880B7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1839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7B9B35-6466-C524-6BFE-941891693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671438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People Discussing">
            <a:extLst>
              <a:ext uri="{FF2B5EF4-FFF2-40B4-BE49-F238E27FC236}">
                <a16:creationId xmlns:a16="http://schemas.microsoft.com/office/drawing/2014/main" id="{A311ADCF-38E2-D28A-43AE-1C81369C06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3781" r="21004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500" dirty="0">
                <a:highlight>
                  <a:srgbClr val="C0C0C0"/>
                </a:highlight>
              </a:rPr>
              <a:t>Why I Want to Become a Project Manager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Project Manager is My First Choice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57F55B-2ADE-6C40-625C-7413D4B72C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World Example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90E8EA4A-EC6A-6F0F-7F37-BA2680701F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Role of the Developer (My Second Choice)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E83708-8A36-210F-745B-DF48AF95C66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 dirty="0"/>
              <a:t>My goal is to become a Project Manager because I want to lead projects</a:t>
            </a:r>
          </a:p>
          <a:p>
            <a:pPr marL="0" indent="0">
              <a:buNone/>
            </a:pPr>
            <a:r>
              <a:rPr lang="en-US" sz="2100" dirty="0"/>
              <a:t>and coordinate teams. However, I am also interested in becoming a</a:t>
            </a:r>
          </a:p>
          <a:p>
            <a:pPr marL="0" indent="0">
              <a:buNone/>
            </a:pPr>
            <a:r>
              <a:rPr lang="en-US" sz="2100" dirty="0"/>
              <a:t>Developer because it allows me to build and understand technology.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225</Words>
  <Application>Microsoft Macintosh PowerPoint</Application>
  <PresentationFormat>On-screen Show (4:3)</PresentationFormat>
  <Paragraphs>25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Name: Aadarsha K.C.</vt:lpstr>
      <vt:lpstr>Introduction</vt:lpstr>
      <vt:lpstr>Why I Want to Become a Project Manager</vt:lpstr>
      <vt:lpstr>Why Project Manager is My First Choice</vt:lpstr>
      <vt:lpstr>Real World Example</vt:lpstr>
      <vt:lpstr>Role of the Developer (My Second Choice)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 Aadarsha K.C.</dc:title>
  <dc:subject/>
  <dc:creator/>
  <cp:keywords/>
  <dc:description>generated using python-pptx</dc:description>
  <cp:lastModifiedBy>Aarju Kc</cp:lastModifiedBy>
  <cp:revision>6</cp:revision>
  <dcterms:created xsi:type="dcterms:W3CDTF">2013-01-27T09:14:16Z</dcterms:created>
  <dcterms:modified xsi:type="dcterms:W3CDTF">2026-03-15T01:26:36Z</dcterms:modified>
  <cp:category/>
</cp:coreProperties>
</file>